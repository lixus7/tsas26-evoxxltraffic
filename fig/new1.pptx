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7740650" cy="613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18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 Du" userId="77effe3e1b259ced" providerId="LiveId" clId="{0D06883A-CEC2-5F23-AFE0-B57EF5313C49}"/>
    <pc:docChg chg="custSel modSld">
      <pc:chgData name="Yin Du" userId="77effe3e1b259ced" providerId="LiveId" clId="{0D06883A-CEC2-5F23-AFE0-B57EF5313C49}" dt="2026-05-19T15:25:10.225" v="3"/>
      <pc:docMkLst>
        <pc:docMk/>
      </pc:docMkLst>
      <pc:sldChg chg="addSp delSp modSp mod">
        <pc:chgData name="Yin Du" userId="77effe3e1b259ced" providerId="LiveId" clId="{0D06883A-CEC2-5F23-AFE0-B57EF5313C49}" dt="2026-05-19T15:25:10.225" v="3"/>
        <pc:sldMkLst>
          <pc:docMk/>
          <pc:sldMk cId="3210255428" sldId="256"/>
        </pc:sldMkLst>
        <pc:picChg chg="add mod">
          <ac:chgData name="Yin Du" userId="77effe3e1b259ced" providerId="LiveId" clId="{0D06883A-CEC2-5F23-AFE0-B57EF5313C49}" dt="2026-05-19T15:25:10.225" v="3"/>
          <ac:picMkLst>
            <pc:docMk/>
            <pc:sldMk cId="3210255428" sldId="256"/>
            <ac:picMk id="3" creationId="{A45FE893-72AD-AFD8-570A-AF950E418153}"/>
          </ac:picMkLst>
        </pc:picChg>
        <pc:picChg chg="del mod">
          <ac:chgData name="Yin Du" userId="77effe3e1b259ced" providerId="LiveId" clId="{0D06883A-CEC2-5F23-AFE0-B57EF5313C49}" dt="2026-05-19T15:24:21.031" v="1" actId="478"/>
          <ac:picMkLst>
            <pc:docMk/>
            <pc:sldMk cId="3210255428" sldId="256"/>
            <ac:picMk id="5" creationId="{BAA66EDE-3846-FCA8-1DEB-96E54BD0F9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549" y="1004411"/>
            <a:ext cx="6579553" cy="2136681"/>
          </a:xfrm>
        </p:spPr>
        <p:txBody>
          <a:bodyPr anchor="b"/>
          <a:lstStyle>
            <a:lvl1pPr algn="ctr">
              <a:defRPr sz="50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581" y="3223490"/>
            <a:ext cx="5805488" cy="1481754"/>
          </a:xfrm>
        </p:spPr>
        <p:txBody>
          <a:bodyPr/>
          <a:lstStyle>
            <a:lvl1pPr marL="0" indent="0" algn="ctr">
              <a:buNone/>
              <a:defRPr sz="2032"/>
            </a:lvl1pPr>
            <a:lvl2pPr marL="387020" indent="0" algn="ctr">
              <a:buNone/>
              <a:defRPr sz="1693"/>
            </a:lvl2pPr>
            <a:lvl3pPr marL="774040" indent="0" algn="ctr">
              <a:buNone/>
              <a:defRPr sz="1524"/>
            </a:lvl3pPr>
            <a:lvl4pPr marL="1161059" indent="0" algn="ctr">
              <a:buNone/>
              <a:defRPr sz="1354"/>
            </a:lvl4pPr>
            <a:lvl5pPr marL="1548079" indent="0" algn="ctr">
              <a:buNone/>
              <a:defRPr sz="1354"/>
            </a:lvl5pPr>
            <a:lvl6pPr marL="1935099" indent="0" algn="ctr">
              <a:buNone/>
              <a:defRPr sz="1354"/>
            </a:lvl6pPr>
            <a:lvl7pPr marL="2322119" indent="0" algn="ctr">
              <a:buNone/>
              <a:defRPr sz="1354"/>
            </a:lvl7pPr>
            <a:lvl8pPr marL="2709139" indent="0" algn="ctr">
              <a:buNone/>
              <a:defRPr sz="1354"/>
            </a:lvl8pPr>
            <a:lvl9pPr marL="3096158" indent="0" algn="ctr">
              <a:buNone/>
              <a:defRPr sz="135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0946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08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38" y="1530059"/>
            <a:ext cx="6676311" cy="2552935"/>
          </a:xfrm>
        </p:spPr>
        <p:txBody>
          <a:bodyPr anchor="b"/>
          <a:lstStyle>
            <a:lvl1pPr>
              <a:defRPr sz="50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138" y="4107146"/>
            <a:ext cx="6676311" cy="1342528"/>
          </a:xfrm>
        </p:spPr>
        <p:txBody>
          <a:bodyPr/>
          <a:lstStyle>
            <a:lvl1pPr marL="0" indent="0">
              <a:buNone/>
              <a:defRPr sz="2032">
                <a:solidFill>
                  <a:schemeClr val="tx1">
                    <a:tint val="82000"/>
                  </a:schemeClr>
                </a:solidFill>
              </a:defRPr>
            </a:lvl1pPr>
            <a:lvl2pPr marL="387020" indent="0">
              <a:buNone/>
              <a:defRPr sz="1693">
                <a:solidFill>
                  <a:schemeClr val="tx1">
                    <a:tint val="82000"/>
                  </a:schemeClr>
                </a:solidFill>
              </a:defRPr>
            </a:lvl2pPr>
            <a:lvl3pPr marL="774040" indent="0">
              <a:buNone/>
              <a:defRPr sz="1524">
                <a:solidFill>
                  <a:schemeClr val="tx1">
                    <a:tint val="82000"/>
                  </a:schemeClr>
                </a:solidFill>
              </a:defRPr>
            </a:lvl3pPr>
            <a:lvl4pPr marL="116105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4pPr>
            <a:lvl5pPr marL="154807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5pPr>
            <a:lvl6pPr marL="193509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6pPr>
            <a:lvl7pPr marL="232211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7pPr>
            <a:lvl8pPr marL="270913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8pPr>
            <a:lvl9pPr marL="3096158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857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2170" y="1633765"/>
            <a:ext cx="3289776" cy="38940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18704" y="1633765"/>
            <a:ext cx="3289776" cy="38940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369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326754"/>
            <a:ext cx="6676311" cy="11862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179" y="1504485"/>
            <a:ext cx="3274657" cy="737325"/>
          </a:xfrm>
        </p:spPr>
        <p:txBody>
          <a:bodyPr anchor="b"/>
          <a:lstStyle>
            <a:lvl1pPr marL="0" indent="0">
              <a:buNone/>
              <a:defRPr sz="2032" b="1"/>
            </a:lvl1pPr>
            <a:lvl2pPr marL="387020" indent="0">
              <a:buNone/>
              <a:defRPr sz="1693" b="1"/>
            </a:lvl2pPr>
            <a:lvl3pPr marL="774040" indent="0">
              <a:buNone/>
              <a:defRPr sz="1524" b="1"/>
            </a:lvl3pPr>
            <a:lvl4pPr marL="1161059" indent="0">
              <a:buNone/>
              <a:defRPr sz="1354" b="1"/>
            </a:lvl4pPr>
            <a:lvl5pPr marL="1548079" indent="0">
              <a:buNone/>
              <a:defRPr sz="1354" b="1"/>
            </a:lvl5pPr>
            <a:lvl6pPr marL="1935099" indent="0">
              <a:buNone/>
              <a:defRPr sz="1354" b="1"/>
            </a:lvl6pPr>
            <a:lvl7pPr marL="2322119" indent="0">
              <a:buNone/>
              <a:defRPr sz="1354" b="1"/>
            </a:lvl7pPr>
            <a:lvl8pPr marL="2709139" indent="0">
              <a:buNone/>
              <a:defRPr sz="1354" b="1"/>
            </a:lvl8pPr>
            <a:lvl9pPr marL="3096158" indent="0">
              <a:buNone/>
              <a:defRPr sz="135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179" y="2241810"/>
            <a:ext cx="3274657" cy="32973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18705" y="1504485"/>
            <a:ext cx="3290784" cy="737325"/>
          </a:xfrm>
        </p:spPr>
        <p:txBody>
          <a:bodyPr anchor="b"/>
          <a:lstStyle>
            <a:lvl1pPr marL="0" indent="0">
              <a:buNone/>
              <a:defRPr sz="2032" b="1"/>
            </a:lvl1pPr>
            <a:lvl2pPr marL="387020" indent="0">
              <a:buNone/>
              <a:defRPr sz="1693" b="1"/>
            </a:lvl2pPr>
            <a:lvl3pPr marL="774040" indent="0">
              <a:buNone/>
              <a:defRPr sz="1524" b="1"/>
            </a:lvl3pPr>
            <a:lvl4pPr marL="1161059" indent="0">
              <a:buNone/>
              <a:defRPr sz="1354" b="1"/>
            </a:lvl4pPr>
            <a:lvl5pPr marL="1548079" indent="0">
              <a:buNone/>
              <a:defRPr sz="1354" b="1"/>
            </a:lvl5pPr>
            <a:lvl6pPr marL="1935099" indent="0">
              <a:buNone/>
              <a:defRPr sz="1354" b="1"/>
            </a:lvl6pPr>
            <a:lvl7pPr marL="2322119" indent="0">
              <a:buNone/>
              <a:defRPr sz="1354" b="1"/>
            </a:lvl7pPr>
            <a:lvl8pPr marL="2709139" indent="0">
              <a:buNone/>
              <a:defRPr sz="1354" b="1"/>
            </a:lvl8pPr>
            <a:lvl9pPr marL="3096158" indent="0">
              <a:buNone/>
              <a:defRPr sz="135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18705" y="2241810"/>
            <a:ext cx="3290784" cy="32973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061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5766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721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409152"/>
            <a:ext cx="2496561" cy="1432031"/>
          </a:xfrm>
        </p:spPr>
        <p:txBody>
          <a:bodyPr anchor="b"/>
          <a:lstStyle>
            <a:lvl1pPr>
              <a:defRPr sz="270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0784" y="883655"/>
            <a:ext cx="3918704" cy="4361443"/>
          </a:xfrm>
        </p:spPr>
        <p:txBody>
          <a:bodyPr/>
          <a:lstStyle>
            <a:lvl1pPr>
              <a:defRPr sz="2709"/>
            </a:lvl1pPr>
            <a:lvl2pPr>
              <a:defRPr sz="2370"/>
            </a:lvl2pPr>
            <a:lvl3pPr>
              <a:defRPr sz="2032"/>
            </a:lvl3pPr>
            <a:lvl4pPr>
              <a:defRPr sz="1693"/>
            </a:lvl4pPr>
            <a:lvl5pPr>
              <a:defRPr sz="1693"/>
            </a:lvl5pPr>
            <a:lvl6pPr>
              <a:defRPr sz="1693"/>
            </a:lvl6pPr>
            <a:lvl7pPr>
              <a:defRPr sz="1693"/>
            </a:lvl7pPr>
            <a:lvl8pPr>
              <a:defRPr sz="1693"/>
            </a:lvl8pPr>
            <a:lvl9pPr>
              <a:defRPr sz="169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178" y="1841183"/>
            <a:ext cx="2496561" cy="3411018"/>
          </a:xfrm>
        </p:spPr>
        <p:txBody>
          <a:bodyPr/>
          <a:lstStyle>
            <a:lvl1pPr marL="0" indent="0">
              <a:buNone/>
              <a:defRPr sz="1354"/>
            </a:lvl1pPr>
            <a:lvl2pPr marL="387020" indent="0">
              <a:buNone/>
              <a:defRPr sz="1185"/>
            </a:lvl2pPr>
            <a:lvl3pPr marL="774040" indent="0">
              <a:buNone/>
              <a:defRPr sz="1016"/>
            </a:lvl3pPr>
            <a:lvl4pPr marL="1161059" indent="0">
              <a:buNone/>
              <a:defRPr sz="847"/>
            </a:lvl4pPr>
            <a:lvl5pPr marL="1548079" indent="0">
              <a:buNone/>
              <a:defRPr sz="847"/>
            </a:lvl5pPr>
            <a:lvl6pPr marL="1935099" indent="0">
              <a:buNone/>
              <a:defRPr sz="847"/>
            </a:lvl6pPr>
            <a:lvl7pPr marL="2322119" indent="0">
              <a:buNone/>
              <a:defRPr sz="847"/>
            </a:lvl7pPr>
            <a:lvl8pPr marL="2709139" indent="0">
              <a:buNone/>
              <a:defRPr sz="847"/>
            </a:lvl8pPr>
            <a:lvl9pPr marL="3096158" indent="0">
              <a:buNone/>
              <a:defRPr sz="84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494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409152"/>
            <a:ext cx="2496561" cy="1432031"/>
          </a:xfrm>
        </p:spPr>
        <p:txBody>
          <a:bodyPr anchor="b"/>
          <a:lstStyle>
            <a:lvl1pPr>
              <a:defRPr sz="270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90784" y="883655"/>
            <a:ext cx="3918704" cy="4361443"/>
          </a:xfrm>
        </p:spPr>
        <p:txBody>
          <a:bodyPr anchor="t"/>
          <a:lstStyle>
            <a:lvl1pPr marL="0" indent="0">
              <a:buNone/>
              <a:defRPr sz="2709"/>
            </a:lvl1pPr>
            <a:lvl2pPr marL="387020" indent="0">
              <a:buNone/>
              <a:defRPr sz="2370"/>
            </a:lvl2pPr>
            <a:lvl3pPr marL="774040" indent="0">
              <a:buNone/>
              <a:defRPr sz="2032"/>
            </a:lvl3pPr>
            <a:lvl4pPr marL="1161059" indent="0">
              <a:buNone/>
              <a:defRPr sz="1693"/>
            </a:lvl4pPr>
            <a:lvl5pPr marL="1548079" indent="0">
              <a:buNone/>
              <a:defRPr sz="1693"/>
            </a:lvl5pPr>
            <a:lvl6pPr marL="1935099" indent="0">
              <a:buNone/>
              <a:defRPr sz="1693"/>
            </a:lvl6pPr>
            <a:lvl7pPr marL="2322119" indent="0">
              <a:buNone/>
              <a:defRPr sz="1693"/>
            </a:lvl7pPr>
            <a:lvl8pPr marL="2709139" indent="0">
              <a:buNone/>
              <a:defRPr sz="1693"/>
            </a:lvl8pPr>
            <a:lvl9pPr marL="3096158" indent="0">
              <a:buNone/>
              <a:defRPr sz="169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178" y="1841183"/>
            <a:ext cx="2496561" cy="3411018"/>
          </a:xfrm>
        </p:spPr>
        <p:txBody>
          <a:bodyPr/>
          <a:lstStyle>
            <a:lvl1pPr marL="0" indent="0">
              <a:buNone/>
              <a:defRPr sz="1354"/>
            </a:lvl1pPr>
            <a:lvl2pPr marL="387020" indent="0">
              <a:buNone/>
              <a:defRPr sz="1185"/>
            </a:lvl2pPr>
            <a:lvl3pPr marL="774040" indent="0">
              <a:buNone/>
              <a:defRPr sz="1016"/>
            </a:lvl3pPr>
            <a:lvl4pPr marL="1161059" indent="0">
              <a:buNone/>
              <a:defRPr sz="847"/>
            </a:lvl4pPr>
            <a:lvl5pPr marL="1548079" indent="0">
              <a:buNone/>
              <a:defRPr sz="847"/>
            </a:lvl5pPr>
            <a:lvl6pPr marL="1935099" indent="0">
              <a:buNone/>
              <a:defRPr sz="847"/>
            </a:lvl6pPr>
            <a:lvl7pPr marL="2322119" indent="0">
              <a:buNone/>
              <a:defRPr sz="847"/>
            </a:lvl7pPr>
            <a:lvl8pPr marL="2709139" indent="0">
              <a:buNone/>
              <a:defRPr sz="847"/>
            </a:lvl8pPr>
            <a:lvl9pPr marL="3096158" indent="0">
              <a:buNone/>
              <a:defRPr sz="84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462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068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9403" y="326753"/>
            <a:ext cx="1669078" cy="52010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2170" y="326753"/>
            <a:ext cx="4910475" cy="52010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058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2170" y="326754"/>
            <a:ext cx="6676311" cy="1186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2170" y="1633765"/>
            <a:ext cx="6676311" cy="3894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170" y="5688346"/>
            <a:ext cx="1741646" cy="326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E7C93-C009-1F48-B9BC-640A07DAF3F4}" type="datetimeFigureOut">
              <a:rPr kumimoji="1" lang="zh-CN" altLang="en-US" smtClean="0"/>
              <a:t>2026/5/20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64091" y="5688346"/>
            <a:ext cx="2612469" cy="326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6834" y="5688346"/>
            <a:ext cx="1741646" cy="326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C40A3-59FB-6440-8EF2-04EF1A2068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830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74040" rtl="0" eaLnBrk="1" latinLnBrk="0" hangingPunct="1">
        <a:lnSpc>
          <a:spcPct val="90000"/>
        </a:lnSpc>
        <a:spcBef>
          <a:spcPct val="0"/>
        </a:spcBef>
        <a:buNone/>
        <a:defRPr sz="37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3510" indent="-193510" algn="l" defTabSz="774040" rtl="0" eaLnBrk="1" latinLnBrk="0" hangingPunct="1">
        <a:lnSpc>
          <a:spcPct val="90000"/>
        </a:lnSpc>
        <a:spcBef>
          <a:spcPts val="847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1pPr>
      <a:lvl2pPr marL="580530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2032" kern="1200">
          <a:solidFill>
            <a:schemeClr val="tx1"/>
          </a:solidFill>
          <a:latin typeface="+mn-lt"/>
          <a:ea typeface="+mn-ea"/>
          <a:cs typeface="+mn-cs"/>
        </a:defRPr>
      </a:lvl2pPr>
      <a:lvl3pPr marL="967550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3pPr>
      <a:lvl4pPr marL="135456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4pPr>
      <a:lvl5pPr marL="174158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5pPr>
      <a:lvl6pPr marL="212860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6pPr>
      <a:lvl7pPr marL="251562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7pPr>
      <a:lvl8pPr marL="290264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8pPr>
      <a:lvl9pPr marL="3289668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1pPr>
      <a:lvl2pPr marL="387020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2pPr>
      <a:lvl3pPr marL="774040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3pPr>
      <a:lvl4pPr marL="116105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4pPr>
      <a:lvl5pPr marL="154807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5pPr>
      <a:lvl6pPr marL="193509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6pPr>
      <a:lvl7pPr marL="232211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7pPr>
      <a:lvl8pPr marL="270913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8pPr>
      <a:lvl9pPr marL="3096158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A45FE893-72AD-AFD8-570A-AF950E4181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742" y="0"/>
            <a:ext cx="7697166" cy="613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55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 Yin</dc:creator>
  <cp:lastModifiedBy>Du Yin</cp:lastModifiedBy>
  <cp:revision>3</cp:revision>
  <dcterms:created xsi:type="dcterms:W3CDTF">2026-05-19T15:18:24Z</dcterms:created>
  <dcterms:modified xsi:type="dcterms:W3CDTF">2026-05-19T15:25:11Z</dcterms:modified>
</cp:coreProperties>
</file>