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235825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36CEE-04B4-F845-A937-9BEDF49F3870}" v="4" dt="2026-05-20T10:42:06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6" d="100"/>
          <a:sy n="196" d="100"/>
        </p:scale>
        <p:origin x="2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 Du" userId="77effe3e1b259ced" providerId="LiveId" clId="{0D06883A-CEC2-5F23-AFE0-B57EF5313C49}"/>
    <pc:docChg chg="undo custSel addSld modSld modMainMaster">
      <pc:chgData name="Yin Du" userId="77effe3e1b259ced" providerId="LiveId" clId="{0D06883A-CEC2-5F23-AFE0-B57EF5313C49}" dt="2026-05-20T10:42:15.259" v="41" actId="1036"/>
      <pc:docMkLst>
        <pc:docMk/>
      </pc:docMkLst>
      <pc:sldChg chg="addSp delSp modSp new mod">
        <pc:chgData name="Yin Du" userId="77effe3e1b259ced" providerId="LiveId" clId="{0D06883A-CEC2-5F23-AFE0-B57EF5313C49}" dt="2026-05-20T10:42:15.259" v="41" actId="1036"/>
        <pc:sldMkLst>
          <pc:docMk/>
          <pc:sldMk cId="1214480779" sldId="256"/>
        </pc:sldMkLst>
        <pc:spChg chg="del">
          <ac:chgData name="Yin Du" userId="77effe3e1b259ced" providerId="LiveId" clId="{0D06883A-CEC2-5F23-AFE0-B57EF5313C49}" dt="2026-05-20T10:37:47.317" v="1" actId="478"/>
          <ac:spMkLst>
            <pc:docMk/>
            <pc:sldMk cId="1214480779" sldId="256"/>
            <ac:spMk id="2" creationId="{7F9365F0-5CE1-76D8-7FD2-00F7FA12284E}"/>
          </ac:spMkLst>
        </pc:spChg>
        <pc:spChg chg="del">
          <ac:chgData name="Yin Du" userId="77effe3e1b259ced" providerId="LiveId" clId="{0D06883A-CEC2-5F23-AFE0-B57EF5313C49}" dt="2026-05-20T10:37:47.317" v="1" actId="478"/>
          <ac:spMkLst>
            <pc:docMk/>
            <pc:sldMk cId="1214480779" sldId="256"/>
            <ac:spMk id="3" creationId="{E5D9A491-3902-19F1-A2F1-21519654D0D6}"/>
          </ac:spMkLst>
        </pc:spChg>
        <pc:picChg chg="add del mod">
          <ac:chgData name="Yin Du" userId="77effe3e1b259ced" providerId="LiveId" clId="{0D06883A-CEC2-5F23-AFE0-B57EF5313C49}" dt="2026-05-20T10:39:52.291" v="5" actId="478"/>
          <ac:picMkLst>
            <pc:docMk/>
            <pc:sldMk cId="1214480779" sldId="256"/>
            <ac:picMk id="5" creationId="{F079A8E5-4B2E-C1C2-561E-F25B45DD5FD6}"/>
          </ac:picMkLst>
        </pc:picChg>
        <pc:picChg chg="add del mod">
          <ac:chgData name="Yin Du" userId="77effe3e1b259ced" providerId="LiveId" clId="{0D06883A-CEC2-5F23-AFE0-B57EF5313C49}" dt="2026-05-20T10:40:13.314" v="8" actId="931"/>
          <ac:picMkLst>
            <pc:docMk/>
            <pc:sldMk cId="1214480779" sldId="256"/>
            <ac:picMk id="7" creationId="{B5443939-6616-0BD1-CE54-1CB35799C272}"/>
          </ac:picMkLst>
        </pc:picChg>
        <pc:picChg chg="add mod modCrop">
          <ac:chgData name="Yin Du" userId="77effe3e1b259ced" providerId="LiveId" clId="{0D06883A-CEC2-5F23-AFE0-B57EF5313C49}" dt="2026-05-20T10:42:15.259" v="41" actId="1036"/>
          <ac:picMkLst>
            <pc:docMk/>
            <pc:sldMk cId="1214480779" sldId="256"/>
            <ac:picMk id="9" creationId="{08FF1EEB-CC9C-4F13-2CE8-90A93BF4E25A}"/>
          </ac:picMkLst>
        </pc:picChg>
      </pc:sldChg>
      <pc:sldMasterChg chg="modSp modSldLayout">
        <pc:chgData name="Yin Du" userId="77effe3e1b259ced" providerId="LiveId" clId="{0D06883A-CEC2-5F23-AFE0-B57EF5313C49}" dt="2026-05-20T10:40:45.823" v="15"/>
        <pc:sldMasterMkLst>
          <pc:docMk/>
          <pc:sldMasterMk cId="1408860007" sldId="2147483648"/>
        </pc:sldMasterMkLst>
        <pc:spChg chg="mod">
          <ac:chgData name="Yin Du" userId="77effe3e1b259ced" providerId="LiveId" clId="{0D06883A-CEC2-5F23-AFE0-B57EF5313C49}" dt="2026-05-20T10:40:45.823" v="15"/>
          <ac:spMkLst>
            <pc:docMk/>
            <pc:sldMasterMk cId="1408860007" sldId="2147483648"/>
            <ac:spMk id="2" creationId="{91A4BF56-1E2A-F3A4-2367-EF2A6D122231}"/>
          </ac:spMkLst>
        </pc:spChg>
        <pc:spChg chg="mod">
          <ac:chgData name="Yin Du" userId="77effe3e1b259ced" providerId="LiveId" clId="{0D06883A-CEC2-5F23-AFE0-B57EF5313C49}" dt="2026-05-20T10:40:45.823" v="15"/>
          <ac:spMkLst>
            <pc:docMk/>
            <pc:sldMasterMk cId="1408860007" sldId="2147483648"/>
            <ac:spMk id="3" creationId="{6AB116BF-4E5D-A713-AF8D-121B49685804}"/>
          </ac:spMkLst>
        </pc:spChg>
        <pc:spChg chg="mod">
          <ac:chgData name="Yin Du" userId="77effe3e1b259ced" providerId="LiveId" clId="{0D06883A-CEC2-5F23-AFE0-B57EF5313C49}" dt="2026-05-20T10:40:45.823" v="15"/>
          <ac:spMkLst>
            <pc:docMk/>
            <pc:sldMasterMk cId="1408860007" sldId="2147483648"/>
            <ac:spMk id="4" creationId="{9B5F5479-2F41-C616-C593-F99B6D78EBEA}"/>
          </ac:spMkLst>
        </pc:spChg>
        <pc:spChg chg="mod">
          <ac:chgData name="Yin Du" userId="77effe3e1b259ced" providerId="LiveId" clId="{0D06883A-CEC2-5F23-AFE0-B57EF5313C49}" dt="2026-05-20T10:40:45.823" v="15"/>
          <ac:spMkLst>
            <pc:docMk/>
            <pc:sldMasterMk cId="1408860007" sldId="2147483648"/>
            <ac:spMk id="5" creationId="{4C6D4391-DD13-3F53-DE16-94D0C34D6F07}"/>
          </ac:spMkLst>
        </pc:spChg>
        <pc:spChg chg="mod">
          <ac:chgData name="Yin Du" userId="77effe3e1b259ced" providerId="LiveId" clId="{0D06883A-CEC2-5F23-AFE0-B57EF5313C49}" dt="2026-05-20T10:40:45.823" v="15"/>
          <ac:spMkLst>
            <pc:docMk/>
            <pc:sldMasterMk cId="1408860007" sldId="2147483648"/>
            <ac:spMk id="6" creationId="{2E4CD003-2351-031F-2C35-0FE0E27DD75F}"/>
          </ac:spMkLst>
        </pc:sp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2390313268" sldId="2147483649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2390313268" sldId="2147483649"/>
              <ac:spMk id="2" creationId="{066001B7-09D6-397B-77AD-3D26F7397FA6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2390313268" sldId="2147483649"/>
              <ac:spMk id="3" creationId="{0B43C52C-80DF-DBAB-7237-C2ACFF04945A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2770219336" sldId="2147483651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2770219336" sldId="2147483651"/>
              <ac:spMk id="2" creationId="{73B796FC-9B28-CBB8-2ED4-FB8F5D6F2D8F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2770219336" sldId="2147483651"/>
              <ac:spMk id="3" creationId="{86B90563-7E5E-2465-A5CE-2DD191AFE7C0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760465712" sldId="2147483652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760465712" sldId="2147483652"/>
              <ac:spMk id="3" creationId="{DF27A6B4-E0F2-A234-561A-0000FA181DA4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760465712" sldId="2147483652"/>
              <ac:spMk id="4" creationId="{8F9EC2CF-7987-78FF-E569-7413767C1141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610066981" sldId="2147483653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610066981" sldId="2147483653"/>
              <ac:spMk id="2" creationId="{82F61CD6-D772-23DA-5607-39F7C0132B6F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610066981" sldId="2147483653"/>
              <ac:spMk id="3" creationId="{AD45ECE1-2D74-5670-9E2C-16ACDB0AF3D2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610066981" sldId="2147483653"/>
              <ac:spMk id="4" creationId="{D2501355-5878-38A2-69F9-C8B5229B5A4C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610066981" sldId="2147483653"/>
              <ac:spMk id="5" creationId="{0523EC5D-0400-00F3-4C50-2837AAE1AA95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610066981" sldId="2147483653"/>
              <ac:spMk id="6" creationId="{EC9A6990-F6F9-2D58-C7EE-43E17E89359A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1739765821" sldId="2147483656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1739765821" sldId="2147483656"/>
              <ac:spMk id="2" creationId="{5C6173E2-10BD-37B5-2A8A-462D6339F3A4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1739765821" sldId="2147483656"/>
              <ac:spMk id="3" creationId="{59AAD518-1E31-172B-FE75-37399D9E4EC4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1739765821" sldId="2147483656"/>
              <ac:spMk id="4" creationId="{192163DA-772E-1988-3D98-5870405E532A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502460503" sldId="2147483657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502460503" sldId="2147483657"/>
              <ac:spMk id="2" creationId="{F3F2E918-1229-E219-5BFE-4C3183FCEC5F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502460503" sldId="2147483657"/>
              <ac:spMk id="3" creationId="{A45A4335-2DEB-049F-0210-AA6401E0ABF0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502460503" sldId="2147483657"/>
              <ac:spMk id="4" creationId="{52D3357D-EC01-BAE1-BE18-355E120A806D}"/>
            </ac:spMkLst>
          </pc:spChg>
        </pc:sldLayoutChg>
        <pc:sldLayoutChg chg="modSp">
          <pc:chgData name="Yin Du" userId="77effe3e1b259ced" providerId="LiveId" clId="{0D06883A-CEC2-5F23-AFE0-B57EF5313C49}" dt="2026-05-20T10:40:45.823" v="15"/>
          <pc:sldLayoutMkLst>
            <pc:docMk/>
            <pc:sldMasterMk cId="1408860007" sldId="2147483648"/>
            <pc:sldLayoutMk cId="327505672" sldId="2147483659"/>
          </pc:sldLayoutMkLst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327505672" sldId="2147483659"/>
              <ac:spMk id="2" creationId="{7CF84538-B210-5934-5D1B-40A632047EBA}"/>
            </ac:spMkLst>
          </pc:spChg>
          <pc:spChg chg="mod">
            <ac:chgData name="Yin Du" userId="77effe3e1b259ced" providerId="LiveId" clId="{0D06883A-CEC2-5F23-AFE0-B57EF5313C49}" dt="2026-05-20T10:40:45.823" v="15"/>
            <ac:spMkLst>
              <pc:docMk/>
              <pc:sldMasterMk cId="1408860007" sldId="2147483648"/>
              <pc:sldLayoutMk cId="327505672" sldId="2147483659"/>
              <ac:spMk id="3" creationId="{76D2E9E2-1419-3174-9D32-558DBEE86FF7}"/>
            </ac:spMkLst>
          </pc:spChg>
        </pc:sldLayoutChg>
      </pc:sldMasterChg>
      <pc:sldMasterChg chg="modSp modSldLayout">
        <pc:chgData name="Yin Du" userId="77effe3e1b259ced" providerId="LiveId" clId="{0D06883A-CEC2-5F23-AFE0-B57EF5313C49}" dt="2026-05-20T10:41:03.924" v="18"/>
        <pc:sldMasterMkLst>
          <pc:docMk/>
          <pc:sldMasterMk cId="4152744326" sldId="2147483660"/>
        </pc:sldMasterMkLst>
        <pc:spChg chg="mod">
          <ac:chgData name="Yin Du" userId="77effe3e1b259ced" providerId="LiveId" clId="{0D06883A-CEC2-5F23-AFE0-B57EF5313C49}" dt="2026-05-20T10:41:03.924" v="18"/>
          <ac:spMkLst>
            <pc:docMk/>
            <pc:sldMasterMk cId="4152744326" sldId="2147483660"/>
            <ac:spMk id="2" creationId="{00000000-0000-0000-0000-000000000000}"/>
          </ac:spMkLst>
        </pc:spChg>
        <pc:spChg chg="mod">
          <ac:chgData name="Yin Du" userId="77effe3e1b259ced" providerId="LiveId" clId="{0D06883A-CEC2-5F23-AFE0-B57EF5313C49}" dt="2026-05-20T10:41:03.924" v="18"/>
          <ac:spMkLst>
            <pc:docMk/>
            <pc:sldMasterMk cId="4152744326" sldId="2147483660"/>
            <ac:spMk id="3" creationId="{00000000-0000-0000-0000-000000000000}"/>
          </ac:spMkLst>
        </pc:spChg>
        <pc:spChg chg="mod">
          <ac:chgData name="Yin Du" userId="77effe3e1b259ced" providerId="LiveId" clId="{0D06883A-CEC2-5F23-AFE0-B57EF5313C49}" dt="2026-05-20T10:41:03.924" v="18"/>
          <ac:spMkLst>
            <pc:docMk/>
            <pc:sldMasterMk cId="4152744326" sldId="2147483660"/>
            <ac:spMk id="4" creationId="{00000000-0000-0000-0000-000000000000}"/>
          </ac:spMkLst>
        </pc:spChg>
        <pc:spChg chg="mod">
          <ac:chgData name="Yin Du" userId="77effe3e1b259ced" providerId="LiveId" clId="{0D06883A-CEC2-5F23-AFE0-B57EF5313C49}" dt="2026-05-20T10:41:03.924" v="18"/>
          <ac:spMkLst>
            <pc:docMk/>
            <pc:sldMasterMk cId="4152744326" sldId="2147483660"/>
            <ac:spMk id="5" creationId="{00000000-0000-0000-0000-000000000000}"/>
          </ac:spMkLst>
        </pc:spChg>
        <pc:spChg chg="mod">
          <ac:chgData name="Yin Du" userId="77effe3e1b259ced" providerId="LiveId" clId="{0D06883A-CEC2-5F23-AFE0-B57EF5313C49}" dt="2026-05-20T10:41:03.924" v="18"/>
          <ac:spMkLst>
            <pc:docMk/>
            <pc:sldMasterMk cId="4152744326" sldId="2147483660"/>
            <ac:spMk id="6" creationId="{00000000-0000-0000-0000-000000000000}"/>
          </ac:spMkLst>
        </pc:sp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994948787" sldId="2147483661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994948787" sldId="2147483661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994948787" sldId="2147483661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1715253345" sldId="2147483663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5253345" sldId="2147483663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5253345" sldId="2147483663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2209460379" sldId="2147483664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209460379" sldId="2147483664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209460379" sldId="2147483664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1719744462" sldId="2147483665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9744462" sldId="2147483665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9744462" sldId="2147483665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9744462" sldId="2147483665"/>
              <ac:spMk id="4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9744462" sldId="2147483665"/>
              <ac:spMk id="5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19744462" sldId="2147483665"/>
              <ac:spMk id="6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2924245511" sldId="2147483668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924245511" sldId="2147483668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924245511" sldId="2147483668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924245511" sldId="2147483668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2871895671" sldId="2147483669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871895671" sldId="2147483669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871895671" sldId="2147483669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2871895671" sldId="2147483669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03.924" v="18"/>
          <pc:sldLayoutMkLst>
            <pc:docMk/>
            <pc:sldMasterMk cId="4152744326" sldId="2147483660"/>
            <pc:sldLayoutMk cId="1740740465" sldId="2147483671"/>
          </pc:sldLayoutMkLst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40740465" sldId="2147483671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03.924" v="18"/>
            <ac:spMkLst>
              <pc:docMk/>
              <pc:sldMasterMk cId="4152744326" sldId="2147483660"/>
              <pc:sldLayoutMk cId="1740740465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Yin Du" userId="77effe3e1b259ced" providerId="LiveId" clId="{0D06883A-CEC2-5F23-AFE0-B57EF5313C49}" dt="2026-05-20T10:41:48.247" v="20"/>
        <pc:sldMasterMkLst>
          <pc:docMk/>
          <pc:sldMasterMk cId="3027155925" sldId="2147483672"/>
        </pc:sldMasterMkLst>
        <pc:spChg chg="mod">
          <ac:chgData name="Yin Du" userId="77effe3e1b259ced" providerId="LiveId" clId="{0D06883A-CEC2-5F23-AFE0-B57EF5313C49}" dt="2026-05-20T10:41:48.247" v="20"/>
          <ac:spMkLst>
            <pc:docMk/>
            <pc:sldMasterMk cId="3027155925" sldId="2147483672"/>
            <ac:spMk id="2" creationId="{00000000-0000-0000-0000-000000000000}"/>
          </ac:spMkLst>
        </pc:spChg>
        <pc:spChg chg="mod">
          <ac:chgData name="Yin Du" userId="77effe3e1b259ced" providerId="LiveId" clId="{0D06883A-CEC2-5F23-AFE0-B57EF5313C49}" dt="2026-05-20T10:41:48.247" v="20"/>
          <ac:spMkLst>
            <pc:docMk/>
            <pc:sldMasterMk cId="3027155925" sldId="2147483672"/>
            <ac:spMk id="3" creationId="{00000000-0000-0000-0000-000000000000}"/>
          </ac:spMkLst>
        </pc:spChg>
        <pc:spChg chg="mod">
          <ac:chgData name="Yin Du" userId="77effe3e1b259ced" providerId="LiveId" clId="{0D06883A-CEC2-5F23-AFE0-B57EF5313C49}" dt="2026-05-20T10:41:48.247" v="20"/>
          <ac:spMkLst>
            <pc:docMk/>
            <pc:sldMasterMk cId="3027155925" sldId="2147483672"/>
            <ac:spMk id="4" creationId="{00000000-0000-0000-0000-000000000000}"/>
          </ac:spMkLst>
        </pc:spChg>
        <pc:spChg chg="mod">
          <ac:chgData name="Yin Du" userId="77effe3e1b259ced" providerId="LiveId" clId="{0D06883A-CEC2-5F23-AFE0-B57EF5313C49}" dt="2026-05-20T10:41:48.247" v="20"/>
          <ac:spMkLst>
            <pc:docMk/>
            <pc:sldMasterMk cId="3027155925" sldId="2147483672"/>
            <ac:spMk id="5" creationId="{00000000-0000-0000-0000-000000000000}"/>
          </ac:spMkLst>
        </pc:spChg>
        <pc:spChg chg="mod">
          <ac:chgData name="Yin Du" userId="77effe3e1b259ced" providerId="LiveId" clId="{0D06883A-CEC2-5F23-AFE0-B57EF5313C49}" dt="2026-05-20T10:41:48.247" v="20"/>
          <ac:spMkLst>
            <pc:docMk/>
            <pc:sldMasterMk cId="3027155925" sldId="2147483672"/>
            <ac:spMk id="6" creationId="{00000000-0000-0000-0000-000000000000}"/>
          </ac:spMkLst>
        </pc:sp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2268066344" sldId="2147483673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2268066344" sldId="2147483673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2268066344" sldId="2147483673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2273440275" sldId="2147483675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2273440275" sldId="2147483675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2273440275" sldId="2147483675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149404615" sldId="2147483676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49404615" sldId="2147483676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49404615" sldId="2147483676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1837902991" sldId="2147483677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837902991" sldId="2147483677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837902991" sldId="2147483677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837902991" sldId="2147483677"/>
              <ac:spMk id="4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837902991" sldId="2147483677"/>
              <ac:spMk id="5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837902991" sldId="2147483677"/>
              <ac:spMk id="6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3335555636" sldId="2147483680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3335555636" sldId="2147483680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3335555636" sldId="2147483680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3335555636" sldId="2147483680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1721555243" sldId="2147483681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721555243" sldId="2147483681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721555243" sldId="2147483681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721555243" sldId="2147483681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1:48.247" v="20"/>
          <pc:sldLayoutMkLst>
            <pc:docMk/>
            <pc:sldMasterMk cId="3027155925" sldId="2147483672"/>
            <pc:sldLayoutMk cId="1727605563" sldId="2147483683"/>
          </pc:sldLayoutMkLst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727605563" sldId="2147483683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1:48.247" v="20"/>
            <ac:spMkLst>
              <pc:docMk/>
              <pc:sldMasterMk cId="3027155925" sldId="2147483672"/>
              <pc:sldLayoutMk cId="1727605563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Yin Du" userId="77effe3e1b259ced" providerId="LiveId" clId="{0D06883A-CEC2-5F23-AFE0-B57EF5313C49}" dt="2026-05-20T10:42:06.966" v="22"/>
        <pc:sldMasterMkLst>
          <pc:docMk/>
          <pc:sldMasterMk cId="3790498067" sldId="2147483684"/>
        </pc:sldMasterMkLst>
        <pc:spChg chg="mod">
          <ac:chgData name="Yin Du" userId="77effe3e1b259ced" providerId="LiveId" clId="{0D06883A-CEC2-5F23-AFE0-B57EF5313C49}" dt="2026-05-20T10:42:06.966" v="22"/>
          <ac:spMkLst>
            <pc:docMk/>
            <pc:sldMasterMk cId="3790498067" sldId="2147483684"/>
            <ac:spMk id="2" creationId="{00000000-0000-0000-0000-000000000000}"/>
          </ac:spMkLst>
        </pc:spChg>
        <pc:spChg chg="mod">
          <ac:chgData name="Yin Du" userId="77effe3e1b259ced" providerId="LiveId" clId="{0D06883A-CEC2-5F23-AFE0-B57EF5313C49}" dt="2026-05-20T10:42:06.966" v="22"/>
          <ac:spMkLst>
            <pc:docMk/>
            <pc:sldMasterMk cId="3790498067" sldId="2147483684"/>
            <ac:spMk id="3" creationId="{00000000-0000-0000-0000-000000000000}"/>
          </ac:spMkLst>
        </pc:spChg>
        <pc:spChg chg="mod">
          <ac:chgData name="Yin Du" userId="77effe3e1b259ced" providerId="LiveId" clId="{0D06883A-CEC2-5F23-AFE0-B57EF5313C49}" dt="2026-05-20T10:42:06.966" v="22"/>
          <ac:spMkLst>
            <pc:docMk/>
            <pc:sldMasterMk cId="3790498067" sldId="2147483684"/>
            <ac:spMk id="4" creationId="{00000000-0000-0000-0000-000000000000}"/>
          </ac:spMkLst>
        </pc:spChg>
        <pc:spChg chg="mod">
          <ac:chgData name="Yin Du" userId="77effe3e1b259ced" providerId="LiveId" clId="{0D06883A-CEC2-5F23-AFE0-B57EF5313C49}" dt="2026-05-20T10:42:06.966" v="22"/>
          <ac:spMkLst>
            <pc:docMk/>
            <pc:sldMasterMk cId="3790498067" sldId="2147483684"/>
            <ac:spMk id="5" creationId="{00000000-0000-0000-0000-000000000000}"/>
          </ac:spMkLst>
        </pc:spChg>
        <pc:spChg chg="mod">
          <ac:chgData name="Yin Du" userId="77effe3e1b259ced" providerId="LiveId" clId="{0D06883A-CEC2-5F23-AFE0-B57EF5313C49}" dt="2026-05-20T10:42:06.966" v="22"/>
          <ac:spMkLst>
            <pc:docMk/>
            <pc:sldMasterMk cId="3790498067" sldId="2147483684"/>
            <ac:spMk id="6" creationId="{00000000-0000-0000-0000-000000000000}"/>
          </ac:spMkLst>
        </pc:sp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1899174643" sldId="2147483685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1899174643" sldId="2147483685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1899174643" sldId="2147483685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2573824542" sldId="2147483687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2573824542" sldId="2147483687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2573824542" sldId="2147483687"/>
              <ac:spMk id="3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2643480945" sldId="2147483688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2643480945" sldId="2147483688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2643480945" sldId="2147483688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4018896482" sldId="2147483689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4018896482" sldId="2147483689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4018896482" sldId="2147483689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4018896482" sldId="2147483689"/>
              <ac:spMk id="4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4018896482" sldId="2147483689"/>
              <ac:spMk id="5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4018896482" sldId="2147483689"/>
              <ac:spMk id="6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805972628" sldId="2147483692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805972628" sldId="2147483692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805972628" sldId="2147483692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805972628" sldId="2147483692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1916709617" sldId="2147483693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1916709617" sldId="2147483693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1916709617" sldId="2147483693"/>
              <ac:spMk id="3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1916709617" sldId="2147483693"/>
              <ac:spMk id="4" creationId="{00000000-0000-0000-0000-000000000000}"/>
            </ac:spMkLst>
          </pc:spChg>
        </pc:sldLayoutChg>
        <pc:sldLayoutChg chg="modSp">
          <pc:chgData name="Yin Du" userId="77effe3e1b259ced" providerId="LiveId" clId="{0D06883A-CEC2-5F23-AFE0-B57EF5313C49}" dt="2026-05-20T10:42:06.966" v="22"/>
          <pc:sldLayoutMkLst>
            <pc:docMk/>
            <pc:sldMasterMk cId="3790498067" sldId="2147483684"/>
            <pc:sldLayoutMk cId="888313357" sldId="2147483695"/>
          </pc:sldLayoutMkLst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888313357" sldId="2147483695"/>
              <ac:spMk id="2" creationId="{00000000-0000-0000-0000-000000000000}"/>
            </ac:spMkLst>
          </pc:spChg>
          <pc:spChg chg="mod">
            <ac:chgData name="Yin Du" userId="77effe3e1b259ced" providerId="LiveId" clId="{0D06883A-CEC2-5F23-AFE0-B57EF5313C49}" dt="2026-05-20T10:42:06.966" v="22"/>
            <ac:spMkLst>
              <pc:docMk/>
              <pc:sldMasterMk cId="3790498067" sldId="2147483684"/>
              <pc:sldLayoutMk cId="888313357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687" y="854243"/>
            <a:ext cx="6150451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4478" y="2741551"/>
            <a:ext cx="5426869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713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0619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695" y="1301302"/>
            <a:ext cx="6240899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695" y="3493092"/>
            <a:ext cx="6240899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82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2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463" y="1389503"/>
            <a:ext cx="3075226" cy="3311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3136" y="1389503"/>
            <a:ext cx="3075226" cy="3311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174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5" y="277902"/>
            <a:ext cx="6240899" cy="1008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06" y="1279552"/>
            <a:ext cx="3061093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06" y="1906640"/>
            <a:ext cx="3061093" cy="2804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3137" y="1279552"/>
            <a:ext cx="3076168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3137" y="1906640"/>
            <a:ext cx="3076168" cy="2804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553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66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795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5" y="347980"/>
            <a:ext cx="2333742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6168" y="751541"/>
            <a:ext cx="3663136" cy="3709370"/>
          </a:xfrm>
        </p:spPr>
        <p:txBody>
          <a:bodyPr/>
          <a:lstStyle>
            <a:lvl1pPr>
              <a:defRPr sz="2436"/>
            </a:lvl1pPr>
            <a:lvl2pPr>
              <a:defRPr sz="2131"/>
            </a:lvl2pPr>
            <a:lvl3pPr>
              <a:defRPr sz="1827"/>
            </a:lvl3pPr>
            <a:lvl4pPr>
              <a:defRPr sz="1522"/>
            </a:lvl4pPr>
            <a:lvl5pPr>
              <a:defRPr sz="1522"/>
            </a:lvl5pPr>
            <a:lvl6pPr>
              <a:defRPr sz="1522"/>
            </a:lvl6pPr>
            <a:lvl7pPr>
              <a:defRPr sz="1522"/>
            </a:lvl7pPr>
            <a:lvl8pPr>
              <a:defRPr sz="1522"/>
            </a:lvl8pPr>
            <a:lvl9pPr>
              <a:defRPr sz="15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405" y="1565910"/>
            <a:ext cx="2333742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13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05" y="347980"/>
            <a:ext cx="2333742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6168" y="751541"/>
            <a:ext cx="3663136" cy="3709370"/>
          </a:xfrm>
        </p:spPr>
        <p:txBody>
          <a:bodyPr anchor="t"/>
          <a:lstStyle>
            <a:lvl1pPr marL="0" indent="0">
              <a:buNone/>
              <a:defRPr sz="2436"/>
            </a:lvl1pPr>
            <a:lvl2pPr marL="347975" indent="0">
              <a:buNone/>
              <a:defRPr sz="2131"/>
            </a:lvl2pPr>
            <a:lvl3pPr marL="695950" indent="0">
              <a:buNone/>
              <a:defRPr sz="1827"/>
            </a:lvl3pPr>
            <a:lvl4pPr marL="1043925" indent="0">
              <a:buNone/>
              <a:defRPr sz="1522"/>
            </a:lvl4pPr>
            <a:lvl5pPr marL="1391900" indent="0">
              <a:buNone/>
              <a:defRPr sz="1522"/>
            </a:lvl5pPr>
            <a:lvl6pPr marL="1739875" indent="0">
              <a:buNone/>
              <a:defRPr sz="1522"/>
            </a:lvl6pPr>
            <a:lvl7pPr marL="2087850" indent="0">
              <a:buNone/>
              <a:defRPr sz="1522"/>
            </a:lvl7pPr>
            <a:lvl8pPr marL="2435824" indent="0">
              <a:buNone/>
              <a:defRPr sz="1522"/>
            </a:lvl8pPr>
            <a:lvl9pPr marL="2783799" indent="0">
              <a:buNone/>
              <a:defRPr sz="15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405" y="1565910"/>
            <a:ext cx="2333742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30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647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78138" y="277901"/>
            <a:ext cx="1560225" cy="4423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7464" y="277901"/>
            <a:ext cx="4590226" cy="44234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854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7463" y="277902"/>
            <a:ext cx="6240899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463" y="1389503"/>
            <a:ext cx="6240899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7463" y="4837890"/>
            <a:ext cx="1628061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E94B4-DAED-5C4D-91FA-6C6D380DBA0F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6867" y="4837890"/>
            <a:ext cx="2442091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0301" y="4837890"/>
            <a:ext cx="1628061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161B5-10FC-614B-98C5-3C79342249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134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3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27" kern="1200">
          <a:solidFill>
            <a:schemeClr val="tx1"/>
          </a:solidFill>
          <a:latin typeface="+mn-lt"/>
          <a:ea typeface="+mn-ea"/>
          <a:cs typeface="+mn-cs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2" kern="1200">
          <a:solidFill>
            <a:schemeClr val="tx1"/>
          </a:solidFill>
          <a:latin typeface="+mn-lt"/>
          <a:ea typeface="+mn-ea"/>
          <a:cs typeface="+mn-cs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08FF1EEB-CC9C-4F13-2CE8-90A93BF4E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84" r="1487"/>
          <a:stretch>
            <a:fillRect/>
          </a:stretch>
        </p:blipFill>
        <p:spPr>
          <a:xfrm>
            <a:off x="38910" y="17511"/>
            <a:ext cx="7152830" cy="516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8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 Yin</dc:creator>
  <cp:lastModifiedBy>Du Yin</cp:lastModifiedBy>
  <cp:revision>1</cp:revision>
  <dcterms:created xsi:type="dcterms:W3CDTF">2026-05-20T10:37:42Z</dcterms:created>
  <dcterms:modified xsi:type="dcterms:W3CDTF">2026-05-20T10:42:16Z</dcterms:modified>
</cp:coreProperties>
</file>